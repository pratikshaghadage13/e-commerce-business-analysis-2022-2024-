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70D33E-C0E2-4056-B9E5-26614D96B47E}"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614943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70D33E-C0E2-4056-B9E5-26614D96B47E}"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235293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70D33E-C0E2-4056-B9E5-26614D96B47E}"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3993103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3419098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70D33E-C0E2-4056-B9E5-26614D96B47E}"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3514824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70D33E-C0E2-4056-B9E5-26614D96B47E}"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2435860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970D33E-C0E2-4056-B9E5-26614D96B47E}"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499231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18582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922251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765613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503954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50048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70D33E-C0E2-4056-B9E5-26614D96B47E}"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3169279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970D33E-C0E2-4056-B9E5-26614D96B47E}"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426495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970D33E-C0E2-4056-B9E5-26614D96B47E}"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534319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70D33E-C0E2-4056-B9E5-26614D96B47E}"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1952581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70D33E-C0E2-4056-B9E5-26614D96B47E}"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A43725-E872-400C-BF01-076DCA1B4474}" type="slidenum">
              <a:rPr lang="en-IN" smtClean="0"/>
              <a:t>‹#›</a:t>
            </a:fld>
            <a:endParaRPr lang="en-IN"/>
          </a:p>
        </p:txBody>
      </p:sp>
    </p:spTree>
    <p:extLst>
      <p:ext uri="{BB962C8B-B14F-4D97-AF65-F5344CB8AC3E}">
        <p14:creationId xmlns:p14="http://schemas.microsoft.com/office/powerpoint/2010/main" val="2022881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970D33E-C0E2-4056-B9E5-26614D96B47E}" type="datetimeFigureOut">
              <a:rPr lang="en-IN" smtClean="0"/>
              <a:t>02-02-2026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4A43725-E872-400C-BF01-076DCA1B4474}" type="slidenum">
              <a:rPr lang="en-IN" smtClean="0"/>
              <a:t>‹#›</a:t>
            </a:fld>
            <a:endParaRPr lang="en-IN"/>
          </a:p>
        </p:txBody>
      </p:sp>
    </p:spTree>
    <p:extLst>
      <p:ext uri="{BB962C8B-B14F-4D97-AF65-F5344CB8AC3E}">
        <p14:creationId xmlns:p14="http://schemas.microsoft.com/office/powerpoint/2010/main" val="22833752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FB3A-FCB2-5B06-C9D4-05CDCC941258}"/>
              </a:ext>
            </a:extLst>
          </p:cNvPr>
          <p:cNvSpPr>
            <a:spLocks noGrp="1"/>
          </p:cNvSpPr>
          <p:nvPr>
            <p:ph type="ctrTitle"/>
          </p:nvPr>
        </p:nvSpPr>
        <p:spPr>
          <a:xfrm>
            <a:off x="1494504" y="2212258"/>
            <a:ext cx="9527458" cy="1669026"/>
          </a:xfrm>
        </p:spPr>
        <p:txBody>
          <a:bodyPr>
            <a:normAutofit/>
          </a:bodyPr>
          <a:lstStyle/>
          <a:p>
            <a:r>
              <a:rPr lang="en-US" sz="4000" b="1" dirty="0"/>
              <a:t>E-Commerce Business Analysis Project Report (2022–2024)</a:t>
            </a:r>
            <a:endParaRPr lang="en-IN" sz="4000" b="1" dirty="0"/>
          </a:p>
        </p:txBody>
      </p:sp>
    </p:spTree>
    <p:extLst>
      <p:ext uri="{BB962C8B-B14F-4D97-AF65-F5344CB8AC3E}">
        <p14:creationId xmlns:p14="http://schemas.microsoft.com/office/powerpoint/2010/main" val="1506835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F90E5-91E9-8BA5-F73D-8C6221D384F4}"/>
              </a:ext>
            </a:extLst>
          </p:cNvPr>
          <p:cNvSpPr>
            <a:spLocks noGrp="1"/>
          </p:cNvSpPr>
          <p:nvPr>
            <p:ph type="title"/>
          </p:nvPr>
        </p:nvSpPr>
        <p:spPr>
          <a:xfrm>
            <a:off x="671051" y="324464"/>
            <a:ext cx="9987116" cy="3274142"/>
          </a:xfrm>
        </p:spPr>
        <p:txBody>
          <a:bodyPr>
            <a:normAutofit fontScale="90000"/>
          </a:bodyPr>
          <a:lstStyle/>
          <a:p>
            <a:pPr marL="457200" indent="-457200">
              <a:buFont typeface="Arial" panose="020B0604020202020204" pitchFamily="34" charset="0"/>
              <a:buChar char="•"/>
            </a:pPr>
            <a:r>
              <a:rPr lang="en-US" sz="3200" b="1" dirty="0"/>
              <a:t> Introduction</a:t>
            </a:r>
            <a:br>
              <a:rPr lang="en-US" sz="3200" b="1" dirty="0"/>
            </a:br>
            <a:br>
              <a:rPr lang="en-US" sz="2800" dirty="0"/>
            </a:br>
            <a:r>
              <a:rPr lang="en-US" sz="2800" dirty="0"/>
              <a:t>This project focuses on analyzing an E‑Commerce company’s sales and profit performance from the year 2022 to 2024. The analysis is done using Microsoft Excel with the help of Pivot Tables, Charts, Slicers, and an interactive Dashboard. The main objective of this project is to convert raw sales data into meaningful insights that can support business decision‑making.</a:t>
            </a:r>
            <a:endParaRPr lang="en-IN" sz="2800" dirty="0"/>
          </a:p>
        </p:txBody>
      </p:sp>
    </p:spTree>
    <p:extLst>
      <p:ext uri="{BB962C8B-B14F-4D97-AF65-F5344CB8AC3E}">
        <p14:creationId xmlns:p14="http://schemas.microsoft.com/office/powerpoint/2010/main" val="2215922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ABF9-4ACE-5557-25B2-2E8267B3A265}"/>
              </a:ext>
            </a:extLst>
          </p:cNvPr>
          <p:cNvSpPr>
            <a:spLocks noGrp="1"/>
          </p:cNvSpPr>
          <p:nvPr>
            <p:ph type="title"/>
          </p:nvPr>
        </p:nvSpPr>
        <p:spPr>
          <a:xfrm>
            <a:off x="572729" y="195520"/>
            <a:ext cx="9829800" cy="3233480"/>
          </a:xfrm>
        </p:spPr>
        <p:txBody>
          <a:bodyPr>
            <a:normAutofit fontScale="90000"/>
          </a:bodyPr>
          <a:lstStyle/>
          <a:p>
            <a:pPr marL="457200" indent="-457200">
              <a:buFont typeface="Arial" panose="020B0604020202020204" pitchFamily="34" charset="0"/>
              <a:buChar char="•"/>
            </a:pPr>
            <a:r>
              <a:rPr lang="en-US" sz="3200" b="1" dirty="0"/>
              <a:t>Objectives of the Project</a:t>
            </a:r>
            <a:br>
              <a:rPr lang="en-US" sz="3200" b="1" dirty="0"/>
            </a:br>
            <a:br>
              <a:rPr lang="en-US" sz="3200" dirty="0"/>
            </a:br>
            <a:r>
              <a:rPr lang="en-US" sz="2800" dirty="0"/>
              <a:t>To analyze total sales and profit over multiple years (2022–2024).To compare sales performance by Product, Category, Region, and Day Name. To identify the most profitable regions and peak sales days. To present insights using a visually interactive Excel dashboard.</a:t>
            </a:r>
            <a:endParaRPr lang="en-IN" sz="2800" dirty="0"/>
          </a:p>
        </p:txBody>
      </p:sp>
    </p:spTree>
    <p:extLst>
      <p:ext uri="{BB962C8B-B14F-4D97-AF65-F5344CB8AC3E}">
        <p14:creationId xmlns:p14="http://schemas.microsoft.com/office/powerpoint/2010/main" val="1890077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72C528-03DC-30BF-7B3E-851D857D005E}"/>
              </a:ext>
            </a:extLst>
          </p:cNvPr>
          <p:cNvSpPr txBox="1">
            <a:spLocks noGrp="1"/>
          </p:cNvSpPr>
          <p:nvPr>
            <p:ph type="title"/>
          </p:nvPr>
        </p:nvSpPr>
        <p:spPr>
          <a:xfrm>
            <a:off x="905797" y="1132645"/>
            <a:ext cx="10380406" cy="2529923"/>
          </a:xfrm>
          <a:prstGeom prst="rect">
            <a:avLst/>
          </a:prstGeom>
          <a:noFill/>
        </p:spPr>
        <p:txBody>
          <a:bodyPr wrap="square">
            <a:spAutoFit/>
          </a:bodyPr>
          <a:lstStyle/>
          <a:p>
            <a:pPr marL="457200" indent="-457200">
              <a:buFont typeface="Arial" panose="020B0604020202020204" pitchFamily="34" charset="0"/>
              <a:buChar char="•"/>
            </a:pPr>
            <a:r>
              <a:rPr lang="en-IN" sz="3200" b="1" dirty="0"/>
              <a:t>Tools and Techniques</a:t>
            </a:r>
            <a:br>
              <a:rPr lang="en-IN" sz="3200" b="1" dirty="0"/>
            </a:br>
            <a:r>
              <a:rPr lang="en-IN" sz="3200" b="1" dirty="0"/>
              <a:t> </a:t>
            </a:r>
            <a:br>
              <a:rPr lang="en-IN" sz="3200" dirty="0"/>
            </a:br>
            <a:r>
              <a:rPr lang="en-IN" sz="2800" dirty="0"/>
              <a:t>Used Microsoft Excel Pivot Tables and Pivot Charts Slicers (Product, Category, Region, Day Name, Order Date)Charts: Column Chart, Bar Chart, Pie Chart, Line Chart Data Cleaning and Data Formatting</a:t>
            </a:r>
          </a:p>
        </p:txBody>
      </p:sp>
    </p:spTree>
    <p:extLst>
      <p:ext uri="{BB962C8B-B14F-4D97-AF65-F5344CB8AC3E}">
        <p14:creationId xmlns:p14="http://schemas.microsoft.com/office/powerpoint/2010/main" val="1281005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80B7-344B-5232-E5C8-AEF4C6688E73}"/>
              </a:ext>
            </a:extLst>
          </p:cNvPr>
          <p:cNvSpPr>
            <a:spLocks noGrp="1"/>
          </p:cNvSpPr>
          <p:nvPr>
            <p:ph type="title"/>
          </p:nvPr>
        </p:nvSpPr>
        <p:spPr>
          <a:xfrm>
            <a:off x="619433" y="1120633"/>
            <a:ext cx="10370574" cy="3962400"/>
          </a:xfrm>
        </p:spPr>
        <p:txBody>
          <a:bodyPr>
            <a:normAutofit fontScale="90000"/>
          </a:bodyPr>
          <a:lstStyle/>
          <a:p>
            <a:r>
              <a:rPr lang="en-US" sz="2800" dirty="0"/>
              <a:t>The dashboard titled “E‑Commerce Business Analysis (2022–2024)” provides a complete overview of sales and profit performance.</a:t>
            </a:r>
            <a:br>
              <a:rPr lang="en-US" sz="2800" dirty="0"/>
            </a:br>
            <a:r>
              <a:rPr lang="en-US" sz="2800" b="1" dirty="0"/>
              <a:t>1.Sales by Product Name</a:t>
            </a:r>
            <a:br>
              <a:rPr lang="en-US" sz="2800" dirty="0"/>
            </a:br>
            <a:r>
              <a:rPr lang="en-US" sz="2800" dirty="0"/>
              <a:t>This column chart shows sales generated by different products such as Laptop, Smartphone, Monitor, Mouse, Printer, Smartwatch, and Tablet. It helps identify top‑selling and low‑selling products.</a:t>
            </a:r>
            <a:br>
              <a:rPr lang="en-US" sz="2800" dirty="0"/>
            </a:br>
            <a:r>
              <a:rPr lang="en-US" sz="2800" b="1" dirty="0"/>
              <a:t>2.Sales by Category</a:t>
            </a:r>
            <a:br>
              <a:rPr lang="en-US" sz="2800" dirty="0"/>
            </a:br>
            <a:r>
              <a:rPr lang="en-US" sz="2800" dirty="0"/>
              <a:t>This horizontal bar chart displays sales distribution across categories like Electronics, Accessories, and Office. Electronics contributes the highest share of total sales.</a:t>
            </a:r>
            <a:endParaRPr lang="en-IN" sz="2800" dirty="0"/>
          </a:p>
        </p:txBody>
      </p:sp>
      <p:sp>
        <p:nvSpPr>
          <p:cNvPr id="4" name="TextBox 3">
            <a:extLst>
              <a:ext uri="{FF2B5EF4-FFF2-40B4-BE49-F238E27FC236}">
                <a16:creationId xmlns:a16="http://schemas.microsoft.com/office/drawing/2014/main" id="{FCC21E48-A3FE-3A70-973C-1676D1FE8D39}"/>
              </a:ext>
            </a:extLst>
          </p:cNvPr>
          <p:cNvSpPr txBox="1"/>
          <p:nvPr/>
        </p:nvSpPr>
        <p:spPr>
          <a:xfrm>
            <a:off x="1042219" y="181897"/>
            <a:ext cx="8514735" cy="584775"/>
          </a:xfrm>
          <a:prstGeom prst="rect">
            <a:avLst/>
          </a:prstGeom>
          <a:noFill/>
        </p:spPr>
        <p:txBody>
          <a:bodyPr wrap="square" rtlCol="0">
            <a:spAutoFit/>
          </a:bodyPr>
          <a:lstStyle/>
          <a:p>
            <a:r>
              <a:rPr lang="en-US" sz="3200" b="1" dirty="0"/>
              <a:t>                         Dashboard Description</a:t>
            </a:r>
            <a:endParaRPr lang="en-IN" sz="3200" dirty="0"/>
          </a:p>
        </p:txBody>
      </p:sp>
    </p:spTree>
    <p:extLst>
      <p:ext uri="{BB962C8B-B14F-4D97-AF65-F5344CB8AC3E}">
        <p14:creationId xmlns:p14="http://schemas.microsoft.com/office/powerpoint/2010/main" val="261386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5C7E-BD27-4502-CBC9-AE9F88821069}"/>
              </a:ext>
            </a:extLst>
          </p:cNvPr>
          <p:cNvSpPr>
            <a:spLocks noGrp="1"/>
          </p:cNvSpPr>
          <p:nvPr>
            <p:ph type="title"/>
          </p:nvPr>
        </p:nvSpPr>
        <p:spPr>
          <a:xfrm>
            <a:off x="651388" y="1004223"/>
            <a:ext cx="10488561" cy="4472345"/>
          </a:xfrm>
        </p:spPr>
        <p:txBody>
          <a:bodyPr>
            <a:normAutofit fontScale="90000"/>
          </a:bodyPr>
          <a:lstStyle/>
          <a:p>
            <a:r>
              <a:rPr lang="en-US" sz="3200" b="1" dirty="0"/>
              <a:t>3 Profit by Region</a:t>
            </a:r>
            <a:br>
              <a:rPr lang="en-US" sz="3200" dirty="0"/>
            </a:br>
            <a:r>
              <a:rPr lang="en-US" sz="2800" dirty="0"/>
              <a:t>The pie chart represents profit contribution from different regions: North, South, East, and West. It clearly shows which region is the most profitable.</a:t>
            </a:r>
            <a:br>
              <a:rPr lang="en-US" sz="2800" dirty="0"/>
            </a:br>
            <a:r>
              <a:rPr lang="en-US" sz="2800" b="1" dirty="0"/>
              <a:t>4.Profit by Day Name</a:t>
            </a:r>
            <a:br>
              <a:rPr lang="en-US" sz="2800" dirty="0"/>
            </a:br>
            <a:r>
              <a:rPr lang="en-US" sz="2800" dirty="0"/>
              <a:t>This column chart analyzes profit based on days of the week. It helps understand which days generate higher profit, useful for planning promotions and offers.</a:t>
            </a:r>
            <a:br>
              <a:rPr lang="en-US" sz="2800" dirty="0"/>
            </a:br>
            <a:r>
              <a:rPr lang="en-US" sz="2800" b="1" dirty="0"/>
              <a:t>5</a:t>
            </a:r>
            <a:r>
              <a:rPr lang="en-US" sz="2800" dirty="0"/>
              <a:t>.</a:t>
            </a:r>
            <a:r>
              <a:rPr lang="en-US" sz="2800" b="1" dirty="0"/>
              <a:t>Year‑wise Monthly Sales </a:t>
            </a:r>
            <a:br>
              <a:rPr lang="en-US" sz="2800" dirty="0"/>
            </a:br>
            <a:r>
              <a:rPr lang="en-US" sz="2800" dirty="0"/>
              <a:t>Trend The line chart compares monthly sales trends for the years 2022, 2023, and 2024. It highlights seasonal patterns and growth trends over time.</a:t>
            </a:r>
            <a:br>
              <a:rPr lang="en-US" sz="2800" dirty="0"/>
            </a:br>
            <a:r>
              <a:rPr lang="en-US" sz="2800" b="1" dirty="0"/>
              <a:t> 6.KPI Cards</a:t>
            </a:r>
            <a:br>
              <a:rPr lang="en-US" sz="2800" dirty="0"/>
            </a:br>
            <a:r>
              <a:rPr lang="en-US" sz="2800" dirty="0"/>
              <a:t>Sum of Sales: 10,667,381Sum of Profit: 1,844,565 These KPIs give a quick summary of overall business performance.</a:t>
            </a:r>
            <a:endParaRPr lang="en-IN" sz="2800" dirty="0"/>
          </a:p>
        </p:txBody>
      </p:sp>
    </p:spTree>
    <p:extLst>
      <p:ext uri="{BB962C8B-B14F-4D97-AF65-F5344CB8AC3E}">
        <p14:creationId xmlns:p14="http://schemas.microsoft.com/office/powerpoint/2010/main" val="3373321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488A-1257-E9C3-1E8F-348457D0B449}"/>
              </a:ext>
            </a:extLst>
          </p:cNvPr>
          <p:cNvSpPr>
            <a:spLocks noGrp="1"/>
          </p:cNvSpPr>
          <p:nvPr>
            <p:ph type="title"/>
          </p:nvPr>
        </p:nvSpPr>
        <p:spPr>
          <a:xfrm>
            <a:off x="838200" y="365125"/>
            <a:ext cx="10515600" cy="4993456"/>
          </a:xfrm>
        </p:spPr>
        <p:txBody>
          <a:bodyPr/>
          <a:lstStyle/>
          <a:p>
            <a:endParaRPr lang="en-IN" dirty="0"/>
          </a:p>
        </p:txBody>
      </p:sp>
      <p:pic>
        <p:nvPicPr>
          <p:cNvPr id="3" name="Picture 2">
            <a:extLst>
              <a:ext uri="{FF2B5EF4-FFF2-40B4-BE49-F238E27FC236}">
                <a16:creationId xmlns:a16="http://schemas.microsoft.com/office/drawing/2014/main" id="{A8B9638D-98FB-72BF-4B1D-973E516BCE94}"/>
              </a:ext>
            </a:extLst>
          </p:cNvPr>
          <p:cNvPicPr>
            <a:picLocks noChangeAspect="1"/>
          </p:cNvPicPr>
          <p:nvPr/>
        </p:nvPicPr>
        <p:blipFill>
          <a:blip r:embed="rId2"/>
          <a:stretch>
            <a:fillRect/>
          </a:stretch>
        </p:blipFill>
        <p:spPr>
          <a:xfrm>
            <a:off x="442451" y="206476"/>
            <a:ext cx="11120283" cy="6440129"/>
          </a:xfrm>
          <a:prstGeom prst="rect">
            <a:avLst/>
          </a:prstGeom>
        </p:spPr>
      </p:pic>
    </p:spTree>
    <p:extLst>
      <p:ext uri="{BB962C8B-B14F-4D97-AF65-F5344CB8AC3E}">
        <p14:creationId xmlns:p14="http://schemas.microsoft.com/office/powerpoint/2010/main" val="2370367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50E2-ADAF-3769-F70C-4F2CC3817C91}"/>
              </a:ext>
            </a:extLst>
          </p:cNvPr>
          <p:cNvSpPr>
            <a:spLocks noGrp="1"/>
          </p:cNvSpPr>
          <p:nvPr>
            <p:ph type="title"/>
          </p:nvPr>
        </p:nvSpPr>
        <p:spPr>
          <a:xfrm>
            <a:off x="798871" y="0"/>
            <a:ext cx="10164097" cy="3203985"/>
          </a:xfrm>
        </p:spPr>
        <p:txBody>
          <a:bodyPr>
            <a:normAutofit fontScale="90000"/>
          </a:bodyPr>
          <a:lstStyle/>
          <a:p>
            <a:pPr marL="457200" indent="-457200">
              <a:buFont typeface="Arial" panose="020B0604020202020204" pitchFamily="34" charset="0"/>
              <a:buChar char="•"/>
            </a:pPr>
            <a:r>
              <a:rPr lang="en-US" sz="3200" b="1" dirty="0"/>
              <a:t> Key Insights</a:t>
            </a:r>
            <a:br>
              <a:rPr lang="en-US" sz="3200" b="1" dirty="0"/>
            </a:br>
            <a:br>
              <a:rPr lang="en-US" sz="3200" dirty="0"/>
            </a:br>
            <a:r>
              <a:rPr lang="en-US" sz="2800" dirty="0"/>
              <a:t>Electronics category generates the highest sales.Certain products like Laptops and Smartphones are top revenue contributors.One or two regions contribute the majority of profit.Profits are higher on specific days of the week.Sales show an increasing trend from 2022 to 2024.</a:t>
            </a:r>
            <a:endParaRPr lang="en-IN" sz="2800" dirty="0"/>
          </a:p>
        </p:txBody>
      </p:sp>
    </p:spTree>
    <p:extLst>
      <p:ext uri="{BB962C8B-B14F-4D97-AF65-F5344CB8AC3E}">
        <p14:creationId xmlns:p14="http://schemas.microsoft.com/office/powerpoint/2010/main" val="1256058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E9BEB-BD29-8F8C-BD75-49D59F6F8817}"/>
              </a:ext>
            </a:extLst>
          </p:cNvPr>
          <p:cNvSpPr>
            <a:spLocks noGrp="1"/>
          </p:cNvSpPr>
          <p:nvPr>
            <p:ph type="title"/>
          </p:nvPr>
        </p:nvSpPr>
        <p:spPr>
          <a:xfrm>
            <a:off x="680884" y="188145"/>
            <a:ext cx="10515600" cy="3764423"/>
          </a:xfrm>
        </p:spPr>
        <p:txBody>
          <a:bodyPr>
            <a:normAutofit/>
          </a:bodyPr>
          <a:lstStyle/>
          <a:p>
            <a:pPr marL="457200" indent="-457200">
              <a:buFont typeface="Arial" panose="020B0604020202020204" pitchFamily="34" charset="0"/>
              <a:buChar char="•"/>
            </a:pPr>
            <a:r>
              <a:rPr lang="en-US" sz="3200" b="1" dirty="0"/>
              <a:t>Conclusion:-</a:t>
            </a:r>
            <a:br>
              <a:rPr lang="en-US" sz="3200" b="1" dirty="0"/>
            </a:br>
            <a:br>
              <a:rPr lang="en-US" sz="3200" dirty="0"/>
            </a:br>
            <a:r>
              <a:rPr lang="en-US" sz="2800" dirty="0"/>
              <a:t>The E‑Commerce Business Analysis Dashboard effectively transforms complex sales data into easy‑to‑understand visual insights. This project demonstrates the practical use of Excel for data analysis and business intelligence. It can help management make informed decisions related to sales strategy, inventory planning, and regional performance improvement.</a:t>
            </a:r>
            <a:endParaRPr lang="en-IN" sz="2800" dirty="0"/>
          </a:p>
        </p:txBody>
      </p:sp>
    </p:spTree>
    <p:extLst>
      <p:ext uri="{BB962C8B-B14F-4D97-AF65-F5344CB8AC3E}">
        <p14:creationId xmlns:p14="http://schemas.microsoft.com/office/powerpoint/2010/main" val="271060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EB180-5CD1-7240-F4A5-EE244DC26CCF}"/>
              </a:ext>
            </a:extLst>
          </p:cNvPr>
          <p:cNvSpPr>
            <a:spLocks noGrp="1"/>
          </p:cNvSpPr>
          <p:nvPr>
            <p:ph type="title"/>
          </p:nvPr>
        </p:nvSpPr>
        <p:spPr>
          <a:xfrm>
            <a:off x="661219" y="129152"/>
            <a:ext cx="10515600" cy="2653378"/>
          </a:xfrm>
        </p:spPr>
        <p:txBody>
          <a:bodyPr>
            <a:normAutofit/>
          </a:bodyPr>
          <a:lstStyle/>
          <a:p>
            <a:pPr marL="457200" indent="-457200">
              <a:buFont typeface="Arial" panose="020B0604020202020204" pitchFamily="34" charset="0"/>
              <a:buChar char="•"/>
            </a:pPr>
            <a:r>
              <a:rPr lang="en-US" sz="3200" b="1" dirty="0"/>
              <a:t>Future </a:t>
            </a:r>
            <a:br>
              <a:rPr lang="en-US" sz="3200" b="1" dirty="0"/>
            </a:br>
            <a:br>
              <a:rPr lang="en-US" sz="3200" dirty="0"/>
            </a:br>
            <a:r>
              <a:rPr lang="en-US" sz="2800" dirty="0"/>
              <a:t>ScopeIntegration with Power BI for advanced analytics. Adding customer‑wise and payment‑mode analysis. Forecasting future sales using trend analysis.</a:t>
            </a:r>
            <a:endParaRPr lang="en-IN" sz="2800" dirty="0"/>
          </a:p>
        </p:txBody>
      </p:sp>
    </p:spTree>
    <p:extLst>
      <p:ext uri="{BB962C8B-B14F-4D97-AF65-F5344CB8AC3E}">
        <p14:creationId xmlns:p14="http://schemas.microsoft.com/office/powerpoint/2010/main" val="93080958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54</TotalTime>
  <Words>558</Words>
  <Application>Microsoft Office PowerPoint</Application>
  <PresentationFormat>Widescreen</PresentationFormat>
  <Paragraphs>10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Tw Cen MT</vt:lpstr>
      <vt:lpstr>Droplet</vt:lpstr>
      <vt:lpstr>E-Commerce Business Analysis Project Report (2022–2024)</vt:lpstr>
      <vt:lpstr> Introduction  This project focuses on analyzing an E‑Commerce company’s sales and profit performance from the year 2022 to 2024. The analysis is done using Microsoft Excel with the help of Pivot Tables, Charts, Slicers, and an interactive Dashboard. The main objective of this project is to convert raw sales data into meaningful insights that can support business decision‑making.</vt:lpstr>
      <vt:lpstr>Objectives of the Project  To analyze total sales and profit over multiple years (2022–2024).To compare sales performance by Product, Category, Region, and Day Name. To identify the most profitable regions and peak sales days. To present insights using a visually interactive Excel dashboard.</vt:lpstr>
      <vt:lpstr>Tools and Techniques   Used Microsoft Excel Pivot Tables and Pivot Charts Slicers (Product, Category, Region, Day Name, Order Date)Charts: Column Chart, Bar Chart, Pie Chart, Line Chart Data Cleaning and Data Formatting</vt:lpstr>
      <vt:lpstr>The dashboard titled “E‑Commerce Business Analysis (2022–2024)” provides a complete overview of sales and profit performance. 1.Sales by Product Name This column chart shows sales generated by different products such as Laptop, Smartphone, Monitor, Mouse, Printer, Smartwatch, and Tablet. It helps identify top‑selling and low‑selling products. 2.Sales by Category This horizontal bar chart displays sales distribution across categories like Electronics, Accessories, and Office. Electronics contributes the highest share of total sales.</vt:lpstr>
      <vt:lpstr>3 Profit by Region The pie chart represents profit contribution from different regions: North, South, East, and West. It clearly shows which region is the most profitable. 4.Profit by Day Name This column chart analyzes profit based on days of the week. It helps understand which days generate higher profit, useful for planning promotions and offers. 5.Year‑wise Monthly Sales  Trend The line chart compares monthly sales trends for the years 2022, 2023, and 2024. It highlights seasonal patterns and growth trends over time.  6.KPI Cards Sum of Sales: 10,667,381Sum of Profit: 1,844,565 These KPIs give a quick summary of overall business performance.</vt:lpstr>
      <vt:lpstr>PowerPoint Presentation</vt:lpstr>
      <vt:lpstr> Key Insights  Electronics category generates the highest sales.Certain products like Laptops and Smartphones are top revenue contributors.One or two regions contribute the majority of profit.Profits are higher on specific days of the week.Sales show an increasing trend from 2022 to 2024.</vt:lpstr>
      <vt:lpstr>Conclusion:-  The E‑Commerce Business Analysis Dashboard effectively transforms complex sales data into easy‑to‑understand visual insights. This project demonstrates the practical use of Excel for data analysis and business intelligence. It can help management make informed decisions related to sales strategy, inventory planning, and regional performance improvement.</vt:lpstr>
      <vt:lpstr>Future   ScopeIntegration with Power BI for advanced analytics. Adding customer‑wise and payment‑mode analysis. Forecasting future sales using trend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Adv ganesh Patale</dc:creator>
  <cp:lastModifiedBy>Adv ganesh Patale</cp:lastModifiedBy>
  <cp:revision>3</cp:revision>
  <dcterms:created xsi:type="dcterms:W3CDTF">2026-02-02T12:12:24Z</dcterms:created>
  <dcterms:modified xsi:type="dcterms:W3CDTF">2026-02-02T13:06:34Z</dcterms:modified>
</cp:coreProperties>
</file>